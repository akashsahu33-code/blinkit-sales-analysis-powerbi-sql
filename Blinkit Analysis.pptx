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92" d="100"/>
          <a:sy n="92" d="100"/>
        </p:scale>
        <p:origin x="19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4467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569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Arial Rounded MT Bold</vt:lpstr>
      <vt:lpstr>Calibri</vt:lpstr>
      <vt:lpstr>Calibri Light</vt:lpstr>
      <vt:lpstr>Segoe UI Black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akash sahu</cp:lastModifiedBy>
  <cp:revision>18</cp:revision>
  <dcterms:created xsi:type="dcterms:W3CDTF">2024-06-24T12:27:37Z</dcterms:created>
  <dcterms:modified xsi:type="dcterms:W3CDTF">2026-06-16T10:02:34Z</dcterms:modified>
</cp:coreProperties>
</file>